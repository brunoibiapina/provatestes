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TRABALHO TÉCNICO · QA / AUTOMAÇÃO DE TESTES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Petstore</a:t>
            </a:r>
            <a:pPr indent="0" marL="0">
              <a:buNone/>
            </a:pPr>
            <a:r>
              <a:rPr lang="en-US" sz="5600" i="1" dirty="0">
                <a:solidFill>
                  <a:srgbClr val="E0A9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 </a:t>
            </a:r>
            <a:pPr indent="0" marL="0">
              <a:buNone/>
            </a:pPr>
            <a:r>
              <a:rPr lang="en-US" sz="5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SauceDemo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A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Suite de testes automatizados — em duas frentes —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A8A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orquestrada por três pipelines independentes.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38633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  </a:t>
            </a:r>
            <a:pPr algn="l" indent="0" marL="0">
              <a:buNone/>
            </a:pPr>
            <a:r>
              <a:rPr lang="en-US" sz="900" spc="1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Bruno Ibiapina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0645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maio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42656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pytest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44668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 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github.com/...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"/>
            <a:ext cx="182880" cy="0"/>
          </a:xfrm>
          <a:prstGeom prst="line">
            <a:avLst/>
          </a:prstGeom>
          <a:noFill/>
          <a:ln w="12700">
            <a:solidFill>
              <a:srgbClr val="3A48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65760"/>
            <a:ext cx="0" cy="182880"/>
          </a:xfrm>
          <a:prstGeom prst="line">
            <a:avLst/>
          </a:prstGeom>
          <a:noFill/>
          <a:ln w="12700">
            <a:solidFill>
              <a:srgbClr val="3A48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4777740"/>
            <a:ext cx="182880" cy="0"/>
          </a:xfrm>
          <a:prstGeom prst="line">
            <a:avLst/>
          </a:prstGeom>
          <a:noFill/>
          <a:ln w="12700">
            <a:solidFill>
              <a:srgbClr val="3A48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4594860"/>
            <a:ext cx="0" cy="182880"/>
          </a:xfrm>
          <a:prstGeom prst="line">
            <a:avLst/>
          </a:prstGeom>
          <a:noFill/>
          <a:ln w="12700">
            <a:solidFill>
              <a:srgbClr val="3A48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948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7A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BUILD PASSING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AUTOMATION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Ibiapina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// AGENDA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ver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que foi pedido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Números do projeto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· Petstore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3950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Service/Client + schema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· SauceDemo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Object Model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2920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Pipelines em paralelo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29200" y="3950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Rodando ao vivo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AUTOMATION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Ibiapina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// BRIEF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foi pedido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931920" cy="2468880"/>
          </a:xfrm>
          <a:prstGeom prst="rect">
            <a:avLst/>
          </a:prstGeom>
          <a:solidFill>
            <a:srgbClr val="15202E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3931920" cy="36576"/>
          </a:xfrm>
          <a:prstGeom prst="rect">
            <a:avLst/>
          </a:prstGeom>
          <a:solidFill>
            <a:srgbClr val="E0A95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· Petstore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A8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completa de Pet, Store e User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A8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CI integrada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A8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Asserções e validações bem definidas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011680"/>
            <a:ext cx="3931920" cy="2468880"/>
          </a:xfrm>
          <a:prstGeom prst="rect">
            <a:avLst/>
          </a:prstGeom>
          <a:solidFill>
            <a:srgbClr val="15202E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011680"/>
            <a:ext cx="3931920" cy="36576"/>
          </a:xfrm>
          <a:prstGeom prst="rect">
            <a:avLst/>
          </a:prstGeom>
          <a:solidFill>
            <a:srgbClr val="87A87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· SauceDemo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37760" y="3063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A8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· Python ou Java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A8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E2E: login → carrinho → compra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A8A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CI integrada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EXTRA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0" y="46177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repositório único · README documentado · boas práticas (POM) · commits contam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AUTOMATION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Ibiapina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// ENTREGA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números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965960" cy="2194560"/>
          </a:xfrm>
          <a:prstGeom prst="rect">
            <a:avLst/>
          </a:prstGeom>
          <a:solidFill>
            <a:srgbClr val="15202E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548640" cy="36576"/>
          </a:xfrm>
          <a:prstGeom prst="rect">
            <a:avLst/>
          </a:prstGeom>
          <a:solidFill>
            <a:srgbClr val="E0A95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317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TESTS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across two suites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2103120"/>
            <a:ext cx="1965960" cy="2194560"/>
          </a:xfrm>
          <a:prstGeom prst="rect">
            <a:avLst/>
          </a:prstGeom>
          <a:solidFill>
            <a:srgbClr val="15202E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2103120"/>
            <a:ext cx="548640" cy="36576"/>
          </a:xfrm>
          <a:prstGeom prst="rect">
            <a:avLst/>
          </a:prstGeom>
          <a:solidFill>
            <a:srgbClr val="C88A3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3317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· WEB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23/13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743200" y="3794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 by suite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103120"/>
            <a:ext cx="1965960" cy="2194560"/>
          </a:xfrm>
          <a:prstGeom prst="rect">
            <a:avLst/>
          </a:prstGeom>
          <a:solidFill>
            <a:srgbClr val="15202E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103120"/>
            <a:ext cx="548640" cy="36576"/>
          </a:xfrm>
          <a:prstGeom prst="rect">
            <a:avLst/>
          </a:prstGeom>
          <a:solidFill>
            <a:srgbClr val="7FB8C9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3317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4800600" y="3794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+ filtered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2103120"/>
            <a:ext cx="1965960" cy="2194560"/>
          </a:xfrm>
          <a:prstGeom prst="rect">
            <a:avLst/>
          </a:prstGeom>
          <a:solidFill>
            <a:srgbClr val="15202E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2103120"/>
            <a:ext cx="548640" cy="36576"/>
          </a:xfrm>
          <a:prstGeom prst="rect">
            <a:avLst/>
          </a:prstGeom>
          <a:solidFill>
            <a:srgbClr val="87A87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3317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OBJECTS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6858000" y="3794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 rigoroso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A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no mesmo repositório, em camadas isoladas.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AUTOMATION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Ibiapina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// API · PETSTORE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Cobertura &amp; padrões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COBERTURA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2350008"/>
            <a:ext cx="2194560" cy="73152"/>
          </a:xfrm>
          <a:prstGeom prst="rect">
            <a:avLst/>
          </a:prstGeom>
          <a:solidFill>
            <a:srgbClr val="243142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2350008"/>
            <a:ext cx="1920240" cy="73152"/>
          </a:xfrm>
          <a:prstGeom prst="rect">
            <a:avLst/>
          </a:prstGeom>
          <a:solidFill>
            <a:srgbClr val="E0A95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2807208"/>
            <a:ext cx="2194560" cy="73152"/>
          </a:xfrm>
          <a:prstGeom prst="rect">
            <a:avLst/>
          </a:prstGeom>
          <a:solidFill>
            <a:srgbClr val="243142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2807208"/>
            <a:ext cx="1709014" cy="73152"/>
          </a:xfrm>
          <a:prstGeom prst="rect">
            <a:avLst/>
          </a:prstGeom>
          <a:solidFill>
            <a:srgbClr val="E0A95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3264408"/>
            <a:ext cx="2194560" cy="73152"/>
          </a:xfrm>
          <a:prstGeom prst="rect">
            <a:avLst/>
          </a:prstGeom>
          <a:solidFill>
            <a:srgbClr val="243142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3264408"/>
            <a:ext cx="1286561" cy="73152"/>
          </a:xfrm>
          <a:prstGeom prst="rect">
            <a:avLst/>
          </a:prstGeom>
          <a:solidFill>
            <a:srgbClr val="E0A95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MARKERS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 </a:t>
            </a:r>
            <a:pPr indent="0" marL="0">
              <a:buNone/>
            </a:pPr>
            <a:r>
              <a:rPr lang="en-US" sz="900" spc="1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900" spc="100" kern="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REGRESSION </a:t>
            </a:r>
            <a:pPr indent="0" marL="0">
              <a:buNone/>
            </a:pPr>
            <a:r>
              <a:rPr lang="en-US" sz="900" spc="1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900" spc="100" kern="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NEGATIVE </a:t>
            </a:r>
            <a:pPr indent="0" marL="0">
              <a:buNone/>
            </a:pPr>
            <a:r>
              <a:rPr lang="en-US" sz="900" spc="1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SCHEMA VALIDATED  </a:t>
            </a:r>
            <a:pPr indent="0" marL="0">
              <a:buNone/>
            </a:pPr>
            <a:r>
              <a:rPr lang="en-US" sz="8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20640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PADRÕES ADOTADOS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0640" y="2240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/ Client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120640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BaseClient + Pet/Store/User clients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validation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120640" y="3191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Schema em toda resposta de sucesso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Factories (Faker)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120640" y="3831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frescos a cada execução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4160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Cleanup automático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120640" y="4471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Fixtures com yield + delete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AUTOMATION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Ibiapina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// WEB · SAUCEDEMO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POM &amp; fluxo E2E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COBERTURA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2350008"/>
            <a:ext cx="1920240" cy="73152"/>
          </a:xfrm>
          <a:prstGeom prst="rect">
            <a:avLst/>
          </a:prstGeom>
          <a:solidFill>
            <a:srgbClr val="243142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2350008"/>
            <a:ext cx="1920240" cy="73152"/>
          </a:xfrm>
          <a:prstGeom prst="rect">
            <a:avLst/>
          </a:prstGeom>
          <a:solidFill>
            <a:srgbClr val="87A87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240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0" y="2807208"/>
            <a:ext cx="1920240" cy="73152"/>
          </a:xfrm>
          <a:prstGeom prst="rect">
            <a:avLst/>
          </a:prstGeom>
          <a:solidFill>
            <a:srgbClr val="243142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2807208"/>
            <a:ext cx="1920240" cy="73152"/>
          </a:xfrm>
          <a:prstGeom prst="rect">
            <a:avLst/>
          </a:prstGeom>
          <a:solidFill>
            <a:srgbClr val="87A87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3264408"/>
            <a:ext cx="1920240" cy="73152"/>
          </a:xfrm>
          <a:prstGeom prst="rect">
            <a:avLst/>
          </a:prstGeom>
          <a:solidFill>
            <a:srgbClr val="243142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3264408"/>
            <a:ext cx="1152144" cy="73152"/>
          </a:xfrm>
          <a:prstGeom prst="rect">
            <a:avLst/>
          </a:prstGeom>
          <a:solidFill>
            <a:srgbClr val="87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3154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FLUXO E2E (test_full_checkout)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777240" cy="292608"/>
          </a:xfrm>
          <a:prstGeom prst="rect">
            <a:avLst/>
          </a:prstGeom>
          <a:solidFill>
            <a:srgbClr val="15202E"/>
          </a:solidFill>
          <a:ln w="9525">
            <a:solidFill>
              <a:srgbClr val="3A48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69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243584" y="4215384"/>
            <a:ext cx="36576" cy="0"/>
          </a:xfrm>
          <a:prstGeom prst="line">
            <a:avLst/>
          </a:prstGeom>
          <a:noFill/>
          <a:ln w="12700">
            <a:solidFill>
              <a:srgbClr val="3A485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316736" y="4069080"/>
            <a:ext cx="777240" cy="292608"/>
          </a:xfrm>
          <a:prstGeom prst="rect">
            <a:avLst/>
          </a:prstGeom>
          <a:solidFill>
            <a:srgbClr val="15202E"/>
          </a:solidFill>
          <a:ln w="9525">
            <a:solidFill>
              <a:srgbClr val="3A48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16736" y="4069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ITEMS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03120" y="4215384"/>
            <a:ext cx="36576" cy="0"/>
          </a:xfrm>
          <a:prstGeom prst="line">
            <a:avLst/>
          </a:prstGeom>
          <a:noFill/>
          <a:ln w="12700">
            <a:solidFill>
              <a:srgbClr val="3A485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176272" y="4069080"/>
            <a:ext cx="777240" cy="292608"/>
          </a:xfrm>
          <a:prstGeom prst="rect">
            <a:avLst/>
          </a:prstGeom>
          <a:solidFill>
            <a:srgbClr val="15202E"/>
          </a:solidFill>
          <a:ln w="9525">
            <a:solidFill>
              <a:srgbClr val="3A48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6272" y="4069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962656" y="4215384"/>
            <a:ext cx="36576" cy="0"/>
          </a:xfrm>
          <a:prstGeom prst="line">
            <a:avLst/>
          </a:prstGeom>
          <a:noFill/>
          <a:ln w="12700">
            <a:solidFill>
              <a:srgbClr val="3A485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035808" y="4069080"/>
            <a:ext cx="777240" cy="292608"/>
          </a:xfrm>
          <a:prstGeom prst="rect">
            <a:avLst/>
          </a:prstGeom>
          <a:solidFill>
            <a:srgbClr val="15202E"/>
          </a:solidFill>
          <a:ln w="9525">
            <a:solidFill>
              <a:srgbClr val="3A48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35808" y="4069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22192" y="4215384"/>
            <a:ext cx="36576" cy="0"/>
          </a:xfrm>
          <a:prstGeom prst="line">
            <a:avLst/>
          </a:prstGeom>
          <a:noFill/>
          <a:ln w="12700">
            <a:solidFill>
              <a:srgbClr val="3A485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895344" y="4069080"/>
            <a:ext cx="777240" cy="292608"/>
          </a:xfrm>
          <a:prstGeom prst="rect">
            <a:avLst/>
          </a:prstGeom>
          <a:solidFill>
            <a:srgbClr val="15202E"/>
          </a:solidFill>
          <a:ln w="9525">
            <a:solidFill>
              <a:srgbClr val="3A48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95344" y="4069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0640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PADRÕES ADOTADOS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20640" y="2240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Object Model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120640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tela = 1 classe, herda de BasePage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Esperas explícitas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120640" y="3191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time.sleep · WebDriverWait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DriverFactory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120640" y="3831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 + Firefox · headless em CI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20640" y="4160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 em falha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5120640" y="4471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 do pytest anexa no Allure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AUTOMATION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Ibiapina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// CI/CD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pipelines, uma origem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97480" cy="2194560"/>
          </a:xfrm>
          <a:prstGeom prst="rect">
            <a:avLst/>
          </a:prstGeom>
          <a:solidFill>
            <a:srgbClr val="15202E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36576" cy="2194560"/>
          </a:xfrm>
          <a:prstGeom prst="rect">
            <a:avLst/>
          </a:prstGeom>
          <a:solidFill>
            <a:srgbClr val="7FB8C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40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FB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·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lint.yml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flake8 · style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PEP-8 compliance · 30s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2011680"/>
            <a:ext cx="2697480" cy="2194560"/>
          </a:xfrm>
          <a:prstGeom prst="rect">
            <a:avLst/>
          </a:prstGeom>
          <a:solidFill>
            <a:srgbClr val="15202E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011680"/>
            <a:ext cx="36576" cy="2194560"/>
          </a:xfrm>
          <a:prstGeom prst="rect">
            <a:avLst/>
          </a:prstGeom>
          <a:solidFill>
            <a:srgbClr val="E0A95B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240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· 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api-tests.yml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7472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 python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3.11 + 3.12 · ~2min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2011680"/>
            <a:ext cx="2697480" cy="2194560"/>
          </a:xfrm>
          <a:prstGeom prst="rect">
            <a:avLst/>
          </a:prstGeom>
          <a:solidFill>
            <a:srgbClr val="15202E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011680"/>
            <a:ext cx="36576" cy="2194560"/>
          </a:xfrm>
          <a:prstGeom prst="rect">
            <a:avLst/>
          </a:prstGeom>
          <a:solidFill>
            <a:srgbClr val="87A878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240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7A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· 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web-tests.yml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6364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 headless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 on fail · ~3min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TRIGGERS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20240" y="443484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  ·   pull_request   ·   schedule (segunda 7h UTC)   ·   workflow_dispatch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AUTOMATION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Ibiapina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// TOPOLOGIA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grafo do projeto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A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nós, 47 arestas, força física rodando 60 vezes por segundo —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A8A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ponto é um arquivo real, cada linha é uma dependência real.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49040" y="3931920"/>
            <a:ext cx="1645920" cy="0"/>
          </a:xfrm>
          <a:prstGeom prst="line">
            <a:avLst/>
          </a:prstGeom>
          <a:noFill/>
          <a:ln w="12700">
            <a:solidFill>
              <a:srgbClr val="3A485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3108960"/>
            <a:ext cx="0" cy="1645920"/>
          </a:xfrm>
          <a:prstGeom prst="line">
            <a:avLst/>
          </a:prstGeom>
          <a:noFill/>
          <a:ln w="12700">
            <a:solidFill>
              <a:srgbClr val="3A485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828800" y="3611880"/>
            <a:ext cx="1280160" cy="640080"/>
          </a:xfrm>
          <a:prstGeom prst="ellipse">
            <a:avLst/>
          </a:prstGeom>
          <a:solidFill>
            <a:srgbClr val="E0A95B">
              <a:alpha val="20000"/>
            </a:srgbClr>
          </a:solidFill>
          <a:ln w="12700">
            <a:solidFill>
              <a:srgbClr val="E0A9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9504" y="3895344"/>
            <a:ext cx="73152" cy="73152"/>
          </a:xfrm>
          <a:prstGeom prst="ellipse">
            <a:avLst/>
          </a:prstGeom>
          <a:solidFill>
            <a:srgbClr val="E0A95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55593" y="4037591"/>
            <a:ext cx="73152" cy="73152"/>
          </a:xfrm>
          <a:prstGeom prst="ellipse">
            <a:avLst/>
          </a:prstGeom>
          <a:solidFill>
            <a:srgbClr val="E0A95B"/>
          </a:solidFill>
          <a:ln/>
        </p:spPr>
      </p:sp>
      <p:sp>
        <p:nvSpPr>
          <p:cNvPr id="13" name="Shape 11"/>
          <p:cNvSpPr/>
          <p:nvPr/>
        </p:nvSpPr>
        <p:spPr>
          <a:xfrm>
            <a:off x="2432304" y="4096512"/>
            <a:ext cx="73152" cy="73152"/>
          </a:xfrm>
          <a:prstGeom prst="ellipse">
            <a:avLst/>
          </a:prstGeom>
          <a:solidFill>
            <a:srgbClr val="E0A95B"/>
          </a:solidFill>
          <a:ln/>
        </p:spPr>
      </p:sp>
      <p:sp>
        <p:nvSpPr>
          <p:cNvPr id="14" name="Shape 12"/>
          <p:cNvSpPr/>
          <p:nvPr/>
        </p:nvSpPr>
        <p:spPr>
          <a:xfrm>
            <a:off x="2109015" y="4037591"/>
            <a:ext cx="73152" cy="73152"/>
          </a:xfrm>
          <a:prstGeom prst="ellipse">
            <a:avLst/>
          </a:prstGeom>
          <a:solidFill>
            <a:srgbClr val="E0A95B"/>
          </a:solidFill>
          <a:ln/>
        </p:spPr>
      </p:sp>
      <p:sp>
        <p:nvSpPr>
          <p:cNvPr id="15" name="Shape 13"/>
          <p:cNvSpPr/>
          <p:nvPr/>
        </p:nvSpPr>
        <p:spPr>
          <a:xfrm>
            <a:off x="1975104" y="3895344"/>
            <a:ext cx="73152" cy="73152"/>
          </a:xfrm>
          <a:prstGeom prst="ellipse">
            <a:avLst/>
          </a:prstGeom>
          <a:solidFill>
            <a:srgbClr val="E0A95B"/>
          </a:solidFill>
          <a:ln/>
        </p:spPr>
      </p:sp>
      <p:sp>
        <p:nvSpPr>
          <p:cNvPr id="16" name="Shape 14"/>
          <p:cNvSpPr/>
          <p:nvPr/>
        </p:nvSpPr>
        <p:spPr>
          <a:xfrm>
            <a:off x="2109015" y="3753097"/>
            <a:ext cx="73152" cy="73152"/>
          </a:xfrm>
          <a:prstGeom prst="ellipse">
            <a:avLst/>
          </a:prstGeom>
          <a:solidFill>
            <a:srgbClr val="E0A95B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2304" y="3694176"/>
            <a:ext cx="73152" cy="73152"/>
          </a:xfrm>
          <a:prstGeom prst="ellipse">
            <a:avLst/>
          </a:prstGeom>
          <a:solidFill>
            <a:srgbClr val="E0A95B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5593" y="3753097"/>
            <a:ext cx="73152" cy="73152"/>
          </a:xfrm>
          <a:prstGeom prst="ellipse">
            <a:avLst/>
          </a:prstGeom>
          <a:solidFill>
            <a:srgbClr val="E0A95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NODES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931920" y="3611880"/>
            <a:ext cx="1280160" cy="640080"/>
          </a:xfrm>
          <a:prstGeom prst="ellipse">
            <a:avLst/>
          </a:prstGeom>
          <a:solidFill>
            <a:srgbClr val="F5EFE0">
              <a:alpha val="20000"/>
            </a:srgbClr>
          </a:solidFill>
          <a:ln w="12700">
            <a:solidFill>
              <a:srgbClr val="F5EF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92624" y="3895344"/>
            <a:ext cx="73152" cy="73152"/>
          </a:xfrm>
          <a:prstGeom prst="ellipse">
            <a:avLst/>
          </a:prstGeom>
          <a:solidFill>
            <a:srgbClr val="F5EFE0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NODE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3611880"/>
            <a:ext cx="1280160" cy="640080"/>
          </a:xfrm>
          <a:prstGeom prst="ellipse">
            <a:avLst/>
          </a:prstGeom>
          <a:solidFill>
            <a:srgbClr val="87A878">
              <a:alpha val="20000"/>
            </a:srgbClr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95744" y="3895344"/>
            <a:ext cx="73152" cy="73152"/>
          </a:xfrm>
          <a:prstGeom prst="ellipse">
            <a:avLst/>
          </a:prstGeom>
          <a:solidFill>
            <a:srgbClr val="87A878"/>
          </a:solidFill>
          <a:ln/>
        </p:spPr>
      </p:sp>
      <p:sp>
        <p:nvSpPr>
          <p:cNvPr id="27" name="Shape 25"/>
          <p:cNvSpPr/>
          <p:nvPr/>
        </p:nvSpPr>
        <p:spPr>
          <a:xfrm>
            <a:off x="6923604" y="4052623"/>
            <a:ext cx="73152" cy="73152"/>
          </a:xfrm>
          <a:prstGeom prst="ellipse">
            <a:avLst/>
          </a:prstGeom>
          <a:solidFill>
            <a:srgbClr val="87A878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6807" y="4091468"/>
            <a:ext cx="73152" cy="73152"/>
          </a:xfrm>
          <a:prstGeom prst="ellipse">
            <a:avLst/>
          </a:prstGeom>
          <a:solidFill>
            <a:srgbClr val="87A878"/>
          </a:solidFill>
          <a:ln/>
        </p:spPr>
      </p:sp>
      <p:sp>
        <p:nvSpPr>
          <p:cNvPr id="29" name="Shape 27"/>
          <p:cNvSpPr/>
          <p:nvPr/>
        </p:nvSpPr>
        <p:spPr>
          <a:xfrm>
            <a:off x="6226621" y="3982628"/>
            <a:ext cx="73152" cy="73152"/>
          </a:xfrm>
          <a:prstGeom prst="ellipse">
            <a:avLst/>
          </a:prstGeom>
          <a:solidFill>
            <a:srgbClr val="87A878"/>
          </a:solidFill>
          <a:ln/>
        </p:spPr>
      </p:sp>
      <p:sp>
        <p:nvSpPr>
          <p:cNvPr id="30" name="Shape 28"/>
          <p:cNvSpPr/>
          <p:nvPr/>
        </p:nvSpPr>
        <p:spPr>
          <a:xfrm>
            <a:off x="6226621" y="3808060"/>
            <a:ext cx="73152" cy="73152"/>
          </a:xfrm>
          <a:prstGeom prst="ellipse">
            <a:avLst/>
          </a:prstGeom>
          <a:solidFill>
            <a:srgbClr val="87A878"/>
          </a:solidFill>
          <a:ln/>
        </p:spPr>
      </p:sp>
      <p:sp>
        <p:nvSpPr>
          <p:cNvPr id="31" name="Shape 29"/>
          <p:cNvSpPr/>
          <p:nvPr/>
        </p:nvSpPr>
        <p:spPr>
          <a:xfrm>
            <a:off x="6536807" y="3699220"/>
            <a:ext cx="73152" cy="73152"/>
          </a:xfrm>
          <a:prstGeom prst="ellipse">
            <a:avLst/>
          </a:prstGeom>
          <a:solidFill>
            <a:srgbClr val="87A878"/>
          </a:solidFill>
          <a:ln/>
        </p:spPr>
      </p:sp>
      <p:sp>
        <p:nvSpPr>
          <p:cNvPr id="32" name="Shape 30"/>
          <p:cNvSpPr/>
          <p:nvPr/>
        </p:nvSpPr>
        <p:spPr>
          <a:xfrm>
            <a:off x="6923604" y="3738065"/>
            <a:ext cx="73152" cy="73152"/>
          </a:xfrm>
          <a:prstGeom prst="ellipse">
            <a:avLst/>
          </a:prstGeom>
          <a:solidFill>
            <a:srgbClr val="87A878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7A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NODES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931920" y="2377440"/>
            <a:ext cx="1280160" cy="640080"/>
          </a:xfrm>
          <a:prstGeom prst="ellipse">
            <a:avLst/>
          </a:prstGeom>
          <a:solidFill>
            <a:srgbClr val="7FB8C9">
              <a:alpha val="20000"/>
            </a:srgbClr>
          </a:solidFill>
          <a:ln w="12700">
            <a:solidFill>
              <a:srgbClr val="7FB8C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92624" y="2660904"/>
            <a:ext cx="73152" cy="73152"/>
          </a:xfrm>
          <a:prstGeom prst="ellipse">
            <a:avLst/>
          </a:prstGeom>
          <a:solidFill>
            <a:srgbClr val="7FB8C9"/>
          </a:solidFill>
          <a:ln/>
        </p:spPr>
      </p:sp>
      <p:sp>
        <p:nvSpPr>
          <p:cNvPr id="37" name="Shape 35"/>
          <p:cNvSpPr/>
          <p:nvPr/>
        </p:nvSpPr>
        <p:spPr>
          <a:xfrm>
            <a:off x="4535424" y="2862072"/>
            <a:ext cx="73152" cy="73152"/>
          </a:xfrm>
          <a:prstGeom prst="ellipse">
            <a:avLst/>
          </a:prstGeom>
          <a:solidFill>
            <a:srgbClr val="7FB8C9"/>
          </a:solidFill>
          <a:ln/>
        </p:spPr>
      </p:sp>
      <p:sp>
        <p:nvSpPr>
          <p:cNvPr id="38" name="Shape 36"/>
          <p:cNvSpPr/>
          <p:nvPr/>
        </p:nvSpPr>
        <p:spPr>
          <a:xfrm>
            <a:off x="4078224" y="2660904"/>
            <a:ext cx="73152" cy="73152"/>
          </a:xfrm>
          <a:prstGeom prst="ellipse">
            <a:avLst/>
          </a:prstGeom>
          <a:solidFill>
            <a:srgbClr val="7FB8C9"/>
          </a:solidFill>
          <a:ln/>
        </p:spPr>
      </p:sp>
      <p:sp>
        <p:nvSpPr>
          <p:cNvPr id="39" name="Shape 37"/>
          <p:cNvSpPr/>
          <p:nvPr/>
        </p:nvSpPr>
        <p:spPr>
          <a:xfrm>
            <a:off x="4535424" y="2459736"/>
            <a:ext cx="73152" cy="73152"/>
          </a:xfrm>
          <a:prstGeom prst="ellipse">
            <a:avLst/>
          </a:prstGeom>
          <a:solidFill>
            <a:srgbClr val="7FB8C9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7FB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0040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NODES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0" y="3017520"/>
            <a:ext cx="0" cy="548640"/>
          </a:xfrm>
          <a:prstGeom prst="line">
            <a:avLst/>
          </a:prstGeom>
          <a:noFill/>
          <a:ln w="12700">
            <a:solidFill>
              <a:srgbClr val="3A4858"/>
            </a:solidFill>
            <a:prstDash val="dash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AUTOMATION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Ibiapina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// RELATÓRIOS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Visibilidade do que rodou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51760" cy="2286000"/>
          </a:xfrm>
          <a:prstGeom prst="rect">
            <a:avLst/>
          </a:prstGeom>
          <a:solidFill>
            <a:srgbClr val="15202E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651760" cy="36576"/>
          </a:xfrm>
          <a:prstGeom prst="rect">
            <a:avLst/>
          </a:prstGeom>
          <a:solidFill>
            <a:srgbClr val="E0A95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04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·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Allure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Steps, anexos, histórico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organizado por epic/feature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103120"/>
            <a:ext cx="2651760" cy="2286000"/>
          </a:xfrm>
          <a:prstGeom prst="rect">
            <a:avLst/>
          </a:prstGeom>
          <a:solidFill>
            <a:srgbClr val="15202E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103120"/>
            <a:ext cx="2651760" cy="36576"/>
          </a:xfrm>
          <a:prstGeom prst="rect">
            <a:avLst/>
          </a:prstGeom>
          <a:solidFill>
            <a:srgbClr val="7FB8C9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304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·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pytest-html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7472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Relatório HTML auto-contido,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 arquivo só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103120"/>
            <a:ext cx="2651760" cy="2286000"/>
          </a:xfrm>
          <a:prstGeom prst="rect">
            <a:avLst/>
          </a:prstGeom>
          <a:solidFill>
            <a:srgbClr val="15202E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103120"/>
            <a:ext cx="2651760" cy="36576"/>
          </a:xfrm>
          <a:prstGeom prst="rect">
            <a:avLst/>
          </a:prstGeom>
          <a:solidFill>
            <a:srgbClr val="87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304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· 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63640" y="2606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6364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PNG anexado automaticamente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Allure quando teste falha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Tudo upload como artifact da pipeline · disponível por 14 dias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AUTOMATION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Ibiapina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// DEMO AO VIVO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ver rodando.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ROTEIRO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-m smoke   (api + web)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764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776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quebrar 1 teste de propósito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0325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0325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+ push   →   pipeline falha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28853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28853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 artifacts e screenshot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5445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5445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revert + push   →   pipeline verde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80960" y="3246120"/>
            <a:ext cx="128016" cy="128016"/>
          </a:xfrm>
          <a:prstGeom prst="ellipse">
            <a:avLst/>
          </a:prstGeom>
          <a:solidFill>
            <a:srgbClr val="87A878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7A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AUTOMATION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 Ibiapina · Maio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// PRÓXIMOS PASSOS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eu faria em produção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Selenium Grid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0" y="21396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Cross-browser real em paralelo (Safari, Edge)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6350">
            <a:solidFill>
              <a:srgbClr val="2431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estática do código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26426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Gerar o grafo de topologia automaticamente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6350">
            <a:solidFill>
              <a:srgbClr val="2431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08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Testes de contrato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03520" y="31455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Pact ou Schemathesis pra contrato bidirecional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6350">
            <a:solidFill>
              <a:srgbClr val="2431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11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contínuo de relatórios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03520" y="3648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Allure no GitHub Pages a cada push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8229600" cy="0"/>
          </a:xfrm>
          <a:prstGeom prst="line">
            <a:avLst/>
          </a:prstGeom>
          <a:noFill/>
          <a:ln w="6350">
            <a:solidFill>
              <a:srgbClr val="2431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14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069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 assertions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0" y="41513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 de resposta como gate de release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24314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E0A9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Q&amp;A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0A9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5948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BRUNO IBIAPINA</a:t>
            </a:r>
            <a:pPr indent="0" marL="0">
              <a:buNone/>
            </a:pPr>
            <a:r>
              <a:rPr lang="en-US" sz="900" dirty="0">
                <a:solidFill>
                  <a:srgbClr val="4A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A8A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· trabalho-qa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03920" y="365760"/>
            <a:ext cx="182880" cy="0"/>
          </a:xfrm>
          <a:prstGeom prst="line">
            <a:avLst/>
          </a:prstGeom>
          <a:noFill/>
          <a:ln w="12700">
            <a:solidFill>
              <a:srgbClr val="3A48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365760"/>
            <a:ext cx="0" cy="182880"/>
          </a:xfrm>
          <a:prstGeom prst="line">
            <a:avLst/>
          </a:prstGeom>
          <a:noFill/>
          <a:ln w="12700">
            <a:solidFill>
              <a:srgbClr val="3A485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Petstore × SauceDemo — Trabalho de Automacao</dc:title>
  <dc:subject>PptxGenJS Presentation</dc:subject>
  <dc:creator>Bruno Ibiapina</dc:creator>
  <cp:lastModifiedBy>Bruno Ibiapina</cp:lastModifiedBy>
  <cp:revision>1</cp:revision>
  <dcterms:created xsi:type="dcterms:W3CDTF">2026-05-02T14:58:47Z</dcterms:created>
  <dcterms:modified xsi:type="dcterms:W3CDTF">2026-05-02T14:58:47Z</dcterms:modified>
</cp:coreProperties>
</file>